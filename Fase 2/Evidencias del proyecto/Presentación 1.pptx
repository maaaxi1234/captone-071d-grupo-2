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VIl0LYrf8+9JrCeZ1287KSgs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397f956b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397f956b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2951" y="2698667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“Plantitas donde la fran”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21026" y="1710819"/>
            <a:ext cx="7633553" cy="4350553"/>
            <a:chOff x="0" y="0"/>
            <a:chExt cx="7633553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Roni Saavedra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Lider de proyecto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55600" lvl="1" marL="914400" rtl="0" algn="l">
                <a:lnSpc>
                  <a:spcPct val="38172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Priorizar y refinar el backlog</a:t>
              </a:r>
              <a:endPara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Maximiliano Pino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55600" lvl="0" marL="457200" rtl="0" algn="ctr">
                <a:lnSpc>
                  <a:spcPct val="38172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●"/>
              </a:pPr>
              <a:r>
                <a:rPr lang="es-CL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 Final y desarrollo de</a:t>
              </a:r>
              <a:r>
                <a:rPr lang="es-CL" sz="3000">
                  <a:solidFill>
                    <a:srgbClr val="FFFFFF"/>
                  </a:solidFill>
                </a:rPr>
                <a:t> </a:t>
              </a:r>
              <a:r>
                <a:rPr lang="es-CL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Front-end</a:t>
              </a:r>
              <a:endPara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Bastian Medina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Full-Stack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55600" lvl="0" marL="457200" rtl="0" algn="ctr">
                <a:lnSpc>
                  <a:spcPct val="38172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●"/>
              </a:pPr>
              <a:r>
                <a:rPr lang="es-CL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Construcción</a:t>
              </a:r>
              <a:r>
                <a:rPr lang="es-CL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de plan back-end y front-end</a:t>
              </a:r>
              <a:endPara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g3a397f956b7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a397f956b7_0_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cxnSp>
        <p:nvCxnSpPr>
          <p:cNvPr id="111" name="Google Shape;111;g3a397f956b7_0_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g3a397f956b7_0_14"/>
          <p:cNvSpPr txBox="1"/>
          <p:nvPr>
            <p:ph idx="4294967295" type="body"/>
          </p:nvPr>
        </p:nvSpPr>
        <p:spPr>
          <a:xfrm>
            <a:off x="1066200" y="2126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latin typeface="Arial"/>
                <a:ea typeface="Arial"/>
                <a:cs typeface="Arial"/>
                <a:sym typeface="Arial"/>
              </a:rPr>
              <a:t>This project consists of the development of an Inventory and Point-of-Sale Management System for Plantitas donde la Fran. Its purpose is to optimize product control, sales operations, and stock tracking, reducing manual errors and improving daily efficiency.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latin typeface="Arial"/>
                <a:ea typeface="Arial"/>
                <a:cs typeface="Arial"/>
                <a:sym typeface="Arial"/>
              </a:rPr>
              <a:t>The solution integrates a React frontend, a Django REST API backend, and a MariaDB database, all deployed with Docker to ensure scalability and a stable development environment. The system offers real-time inventory visibility, product categorization, stock alerts, daily reports, and a simple user interface for store staff.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latin typeface="Arial"/>
                <a:ea typeface="Arial"/>
                <a:cs typeface="Arial"/>
                <a:sym typeface="Arial"/>
              </a:rPr>
              <a:t>As a result, the platform provides a robust and scalable technological foundation that supports future improvements, such as analytics, customer programs, and online sales integration. Overall, the system enhances operational performance and contributes to long-term business growth.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397f956b7_0_14"/>
          <p:cNvSpPr txBox="1"/>
          <p:nvPr>
            <p:ph idx="4294967295" type="title"/>
          </p:nvPr>
        </p:nvSpPr>
        <p:spPr>
          <a:xfrm>
            <a:off x="2797950" y="1102325"/>
            <a:ext cx="5974200" cy="78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Abstract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733159" y="200561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negocio Plantitas donde la Fran enfrenta dificultades para gestionar sus ventas y stock de manera eficiente.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dificulta la toma de decisiones, la planificación de compras y la proyección de ventas mensuales.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861924" y="1915125"/>
            <a:ext cx="5015100" cy="47349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punto de venta web que integre módulos de ventas, control de inventario y generación de reportes personalizados.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-36500" y="73825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4"/>
          <p:cNvSpPr txBox="1"/>
          <p:nvPr/>
        </p:nvSpPr>
        <p:spPr>
          <a:xfrm>
            <a:off x="-36499" y="28595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78050" y="1330026"/>
            <a:ext cx="10962900" cy="14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punto de venta web que optimice la gestión de ventas, control de inventario en Plantitas donde la Fran, mejorando la eficiencia operativa y la toma de decisiones mediante reportes automáticos y actualizados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78050" y="3620520"/>
            <a:ext cx="11112300" cy="274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de registro y control de ventas con emisión automática de comprobantes.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un panel administrativo para gestionar productos, stock.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reportes personalizados que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indicadores de desempeño y productos más vendidos.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la seguridad y accesibilidad del sistema mediante autenticación y control de roles.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experiencia del usuario con una interfaz intuitiva y adaptable a distintos dispositivos.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136200" y="368925"/>
            <a:ext cx="119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cxnSp>
        <p:nvCxnSpPr>
          <p:cNvPr id="142" name="Google Shape;14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227050" y="924500"/>
            <a:ext cx="5386200" cy="57102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un sistema web de punto de venta, accesible desde cualquier dispositivo.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Incorporación de módulos clave: ventas, inventario y reportes automáticos.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en tiempo real de indicadores de ventas y productos más vendidos.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con roles: administrador, vendedor y bodeguero.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intuitiva y moderna para optimizar la gestión diaria del 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074625" y="992900"/>
            <a:ext cx="5838900" cy="5573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estará disponible solo en entorno web (no aplicación móvil nativa).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integración con medios de pago electrónicos externos (como WebPay o Transbank).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control de stock dependerá del registro correcto de las ventas por parte del usuario.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funciones contables avanzadas ni integración con software ERP.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conexión a internet para el funcionamiento completo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136188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6"/>
          <p:cNvSpPr txBox="1"/>
          <p:nvPr/>
        </p:nvSpPr>
        <p:spPr>
          <a:xfrm>
            <a:off x="660075" y="1741550"/>
            <a:ext cx="105423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Utilizamos la metodología Kanban, que permite un sistema visual y flexible para gestionar nuestras tareas.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419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660075" y="2562625"/>
            <a:ext cx="3383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¿Porque?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Plazo ajustado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incertidumbre técnica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 de Horarios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asíncrono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4887750" y="3459125"/>
            <a:ext cx="25899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/>
              <a:t>Beneficio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/>
              <a:t>Actualización continua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/>
              <a:t>Visibilidad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/>
              <a:t>Adaptación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6" name="Google Shape;156;p6"/>
          <p:cNvSpPr txBox="1"/>
          <p:nvPr/>
        </p:nvSpPr>
        <p:spPr>
          <a:xfrm>
            <a:off x="8321950" y="2745000"/>
            <a:ext cx="35916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JIRA (Tablero Kanban)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" y="100540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6100" y="1989431"/>
            <a:ext cx="7442731" cy="46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-80575" y="7382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6" name="Google Shape;1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5121" y="1376125"/>
            <a:ext cx="7147093" cy="54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-559475" y="7580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5" name="Google Shape;18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3475" y="1649855"/>
            <a:ext cx="5490976" cy="5066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Plantitas donde la fran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0" y="7580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5" name="Google Shape;19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6" name="Google Shape;19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50" y="1264951"/>
            <a:ext cx="3723449" cy="244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550" y="1324253"/>
            <a:ext cx="3492074" cy="23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2150" y="1750614"/>
            <a:ext cx="32385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3292125" y="1960775"/>
            <a:ext cx="793500" cy="7386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177650" y="2118975"/>
            <a:ext cx="793500" cy="7386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6149" y="4563027"/>
            <a:ext cx="3727954" cy="2096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966675" y="3848500"/>
            <a:ext cx="10806900" cy="428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 txBox="1"/>
          <p:nvPr/>
        </p:nvSpPr>
        <p:spPr>
          <a:xfrm>
            <a:off x="1" y="79754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2108425" y="1642850"/>
            <a:ext cx="3781500" cy="2282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 — SISTEMA DE VENTAS CENTRALIZADO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y control de cada transacción con actualización automática del inventario.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090650" y="1642850"/>
            <a:ext cx="3781500" cy="2282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 — INTERFAZ INTUITIVA Y RESPONSIVA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Diseñada para facilitar el uso de la vendedora en computador o tablet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2108425" y="4195600"/>
            <a:ext cx="3781500" cy="2282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 — REPORTES Y KPI AUTOMÁTICOS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métricas de ventas diarias, productos más vendidos y medios de pago.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090650" y="4195600"/>
            <a:ext cx="3781500" cy="2282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 — GESTIÓN DE CLIENTES Y COMPROBANTES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Emisión de comprobantes, historial de compras y fidelización de clientes.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6" name="Google Shape;2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 txBox="1"/>
          <p:nvPr/>
        </p:nvSpPr>
        <p:spPr>
          <a:xfrm>
            <a:off x="1" y="91972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3349650" y="2246550"/>
            <a:ext cx="5492700" cy="1096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 — PROBLEMAS CON CONFIGURACIÓN DEL ENTORNO CON DOCKER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400875" y="4596700"/>
            <a:ext cx="5357700" cy="817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 — DIFICULTADES INICIALES CON REACT EN EL FRONTEND</a:t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7040475" y="4327575"/>
            <a:ext cx="3800700" cy="947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 — TIEMPO LIMITADO DE PRUEBAS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274975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6" name="Google Shape;2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4"/>
          <p:cNvSpPr txBox="1"/>
          <p:nvPr/>
        </p:nvSpPr>
        <p:spPr>
          <a:xfrm>
            <a:off x="0" y="2767204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 sz="8000"/>
          </a:p>
        </p:txBody>
      </p:sp>
      <p:pic>
        <p:nvPicPr>
          <p:cNvPr id="238" name="Google Shape;23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495" y="5300500"/>
            <a:ext cx="1557501" cy="15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